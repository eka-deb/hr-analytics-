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2634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572000" cy="4572000"/>
          </a:xfrm>
          <a:prstGeom prst="ellipse">
            <a:avLst/>
          </a:prstGeom>
          <a:solidFill>
            <a:srgbClr val="26347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· POWER BI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Dashboard: Understanding &amp;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Employee Attrition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why employees leave — and where to focus retention efforts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28016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  |   </a:t>
            </a:r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16.12%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  |   </a:t>
            </a:r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$21.04M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workforce data for a 1,470-employee organization using Power BI. The goal is to move beyond a single attrition number and understand why employees are leaving — by examining satisfaction, overtime, commute distance, promotion status, department, and compensation together.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an interactive HR dashboard that lets stakeholders filter by age and job role, and drill into the drivers of attrition at a glance.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0" y="1709928"/>
            <a:ext cx="4023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52360" y="24505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analyzed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310896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3218688"/>
            <a:ext cx="4023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7.01 yrs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52360" y="395935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employee tenure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461772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4727448"/>
            <a:ext cx="4023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 / 40%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452360" y="546811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workforce split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is losing employees at a rate of 16.12%, against an 84% retention rate. Leadership lacks a clear, data-backed view of which segments are most at risk, and what's actually driving people out the door.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898648"/>
            <a:ext cx="30175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752698"/>
            <a:ext cx="30175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69080" y="27889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898648"/>
            <a:ext cx="30175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06240" y="3752698"/>
            <a:ext cx="30175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27889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2898648"/>
            <a:ext cx="37490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questions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26680" y="3752698"/>
            <a:ext cx="374904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unanswered: WHO leaves, WHY, and WHERE to focus HR effort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visibility, retention efforts risk being reactive and unfocused — and the cost of continued turnover (recruitment, onboarding, lost productivity) keeps compounding.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WHAT WE SET OUT TO ANSWER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61848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overall headcount, gender split, and average tenure?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09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61848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total salary distributed across departments and performance levels?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03580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satisfied are employees, and how does that relate to attrition?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1272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03580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commute distance affect attrition?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45312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overtime combined with low satisfaction increase attrition risk?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45445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445312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promotion status influence attrition?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Action: Data &amp; 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HR records cleaned and shaped in Power Query — data types fixed, duplicates/blank fields removed, categories structured (satisfaction, overtime, promotion, location).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built between employee attributes (department, job role, performance, satisfaction, tenure) to enable cross-filtering.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301752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created for Attrition Rate, Retention Rate, Total Salary, Average Tenure, and Headcount.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169164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0" y="3017520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visualized in Power BI Desktop with interactive slicers for Age and Job Role.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— Workforce &amp; Pay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98725"/>
            <a:ext cx="233172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headcount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0136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$21.04M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598725"/>
            <a:ext cx="233172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paid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80136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882 / 588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2598725"/>
            <a:ext cx="233172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(60% / 40%)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862072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801368"/>
            <a:ext cx="2587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65.37%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598725"/>
            <a:ext cx="2587752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headcount is in R&amp;D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70332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47288"/>
            <a:ext cx="342900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$17.84M vs $3.2M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5800" y="4272991"/>
            <a:ext cx="342900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paid to 'Good' vs 'Satisfactory' performers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34840" y="33375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447288"/>
            <a:ext cx="32461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 leads spend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72000" y="4272991"/>
            <a:ext cx="324612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$13.7M (R&amp;D) &gt; $6.46M (Sales) &gt; $850K (HR)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38160" y="333756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3447288"/>
            <a:ext cx="3227832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722 of 1,470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275320" y="4272991"/>
            <a:ext cx="3227832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 LOW satisfaction with their job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Development carries the largest share of both people and payroll — making it the highest-leverage department for retention investment.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— What Drives Attrition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2344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013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Commute distance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80136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/ very-far employees attrite noticeably more than close / very-close employees.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08960"/>
            <a:ext cx="109728" cy="12344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1868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+ dissatisfaction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32186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are dissatisfied AND work overtime show the highest attrition of any group.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26280"/>
            <a:ext cx="109728" cy="12344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360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 status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463600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Not-due-for-promotion employees attrite MORE (33.91%) than those due for promotion (28.46%) — promotion timing isn't the main driver.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Job dissatisfaction — not promotion — is the primary driver of attrition, amplified by long commutes and overtime.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HR Dashboard</a:t>
            </a:r>
            <a:endParaRPr lang="en-US" sz="2600" dirty="0"/>
          </a:p>
        </p:txBody>
      </p:sp>
      <p:pic>
        <p:nvPicPr>
          <p:cNvPr id="4" name="Image 0" descr="/home/claude/hr_project/dash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1672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01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satisfaction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root causes of low satisfaction (workload, management, growth) — the leading attrition signal.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01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overtime trap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21671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or better compensate overtime for already-dissatisfied employees — this combo has the highest attrition.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644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long commutes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6301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hybrid/remote options or transport support for staff living far / very far from work.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1546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2644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R&amp;D retention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363016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holds the largest headcount and payroll — small retention gains here yield outsized savings.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27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Re-evaluate promotion cadence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50932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top driver, but keep timelines transparent and fair — perceived stagnation still matters.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6177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727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continuous listening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0" y="509320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regular pulse surveys to catch dissatisfaction before it becomes attrition.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206240"/>
            <a:ext cx="4572000" cy="4572000"/>
          </a:xfrm>
          <a:prstGeom prst="ellipse">
            <a:avLst/>
          </a:prstGeom>
          <a:solidFill>
            <a:srgbClr val="26347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is driven by dissatisfaction — not promotion timing.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1,470 employees, a 16.12% attrition rate, and $21.04M in annual salary exposure, targeted retention efforts — starting with satisfaction and workload — offer the clearest path to protecting both people and payroll investment. The Power BI dashboard gives HR and leadership a reusable, interactive tool to monitor these drivers going forward.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128016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Power Query — data transformation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0932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DAX Measures — Attrition, Retention, Salary, Tenure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47725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Power BI Desktop — modeling &amp; dashboard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2026-08-27T06:03:06Z</dcterms:created>
  <dcterms:modified xsi:type="dcterms:W3CDTF">2026-08-27T06:03:06Z</dcterms:modified>
</cp:coreProperties>
</file>